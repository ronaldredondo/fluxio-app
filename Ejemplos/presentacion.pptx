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Presentación de Fluxio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Primera diapositiva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Convertir archivos</a:t>
            </a:r>
          </a:p>
          <a:p>
            <a:pPr lvl="0"/>
            <a:r>
              <a:rPr/>
              <a:t>Sin internet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Segunda diapositiva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Texto con </a:t>
            </a:r>
            <a:r>
              <a:rPr b="1"/>
              <a:t>negrita</a:t>
            </a:r>
            <a:r>
              <a:rPr/>
              <a:t> y acentos: ñandú, café.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Tercera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Imágenes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Fluxio</dc:title>
  <dc:creator/>
  <cp:keywords/>
  <dcterms:created xsi:type="dcterms:W3CDTF">2026-10-19T00:36:14Z</dcterms:created>
  <dcterms:modified xsi:type="dcterms:W3CDTF">2026-10-19T00:36:14Z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